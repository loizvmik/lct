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Заявки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I кв.</c:v>
                </c:pt>
                <c:pt idx="1">
                  <c:v>II кв.</c:v>
                </c:pt>
                <c:pt idx="2">
                  <c:v>III кв.</c:v>
                </c:pt>
                <c:pt idx="3">
                  <c:v>IV кв.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150</c:v>
                </c:pt>
                <c:pt idx="2">
                  <c:v>170</c:v>
                </c:pt>
                <c:pt idx="3">
                  <c:v>210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600200"/>
            <a:ext cx="10972800" cy="452596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Название доклада в две строки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Подзаголовок, имя докладчика, дата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064000" cy="6858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B6F15528-21DE-4FAA-801E-634DDDAF4B2B}" type="slidenum">
              <a:rPr lang="ru-RU"/>
              <a:t>‹#›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01. Раздел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Короткая подводка к разделу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943600"/>
            <a:ext cx="12192000" cy="914400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B6F15528-21DE-4FAA-801E-634DDDAF4B2B}" type="slidenum">
              <a:rPr lang="ru-RU"/>
              <a:t>‹#›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Две колонки: было и стало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Было: ручная маршрутизация</a:t>
            </a:r>
          </a:p>
          <a:p>
            <a:r>
              <a:t>Среднее время три дня</a:t>
            </a:r>
          </a:p>
          <a:p>
            <a:r>
              <a:t>Очередь растёт к концу квартала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Стало: автоматическая маршрутизация</a:t>
            </a:r>
          </a:p>
          <a:p>
            <a:r>
              <a:t>Среднее время полдня</a:t>
            </a:r>
          </a:p>
          <a:p>
            <a:r>
              <a:t>Очередь ровная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B6F15528-21DE-4FAA-801E-634DDDAF4B2B}" type="slidenum">
              <a:rPr lang="ru-RU"/>
              <a:t>‹#›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Три карточки с иконками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9600" y="1828800"/>
            <a:ext cx="3454400" cy="3657600"/>
          </a:xfrm>
          <a:prstGeom prst="roundRect">
            <a:avLst/>
          </a:prstGeom>
          <a:solidFill>
            <a:srgbClr val="F2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8200" y="2057400"/>
            <a:ext cx="548640" cy="548640"/>
          </a:xfrm>
          <a:prstGeom prst="ellipse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8200" y="2743200"/>
            <a:ext cx="299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2A44"/>
                </a:solidFill>
              </a:rPr>
              <a:t>Заголовок карточки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3383280"/>
            <a:ext cx="2997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A5F6B"/>
                </a:solidFill>
              </a:rPr>
              <a:t>Описание карточки в две-три строки текста о сути пункта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68800" y="1828800"/>
            <a:ext cx="3454400" cy="3657600"/>
          </a:xfrm>
          <a:prstGeom prst="roundRect">
            <a:avLst/>
          </a:prstGeom>
          <a:solidFill>
            <a:srgbClr val="F2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iamond 7"/>
          <p:cNvSpPr/>
          <p:nvPr/>
        </p:nvSpPr>
        <p:spPr>
          <a:xfrm>
            <a:off x="4597400" y="2057400"/>
            <a:ext cx="548640" cy="548640"/>
          </a:xfrm>
          <a:prstGeom prst="diamond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7400" y="2743200"/>
            <a:ext cx="299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2A44"/>
                </a:solidFill>
              </a:rPr>
              <a:t>Заголовок карточки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7400" y="3383280"/>
            <a:ext cx="2997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A5F6B"/>
                </a:solidFill>
              </a:rPr>
              <a:t>Описание карточки в две-три строки текста о сути пункта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28000" y="1828800"/>
            <a:ext cx="3454400" cy="3657600"/>
          </a:xfrm>
          <a:prstGeom prst="roundRect">
            <a:avLst/>
          </a:prstGeom>
          <a:solidFill>
            <a:srgbClr val="F2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Hexagon 11"/>
          <p:cNvSpPr/>
          <p:nvPr/>
        </p:nvSpPr>
        <p:spPr>
          <a:xfrm>
            <a:off x="8356600" y="2057400"/>
            <a:ext cx="548640" cy="548640"/>
          </a:xfrm>
          <a:prstGeom prst="hexagon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56600" y="2743200"/>
            <a:ext cx="299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2A44"/>
                </a:solidFill>
              </a:rPr>
              <a:t>Заголовок карточки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6600" y="3383280"/>
            <a:ext cx="2997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A5F6B"/>
                </a:solidFill>
              </a:rPr>
              <a:t>Описание карточки в две-три строки текста о сути пункта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B6F15528-21DE-4FAA-801E-634DDDAF4B2B}" type="slidenum">
              <a:rPr lang="ru-RU"/>
              <a:t>‹#›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Таблица сравнения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9600" y="1828800"/>
          <a:ext cx="109728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800100">
                <a:tc>
                  <a:txBody>
                    <a:bodyPr/>
                    <a:lstStyle/>
                    <a:p>
                      <a:r>
                        <a:t>Показатель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До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После</a:t>
                      </a:r>
                    </a:p>
                  </a:txBody>
                  <a:tcPr/>
                </a:tc>
              </a:tr>
              <a:tr h="800100">
                <a:tc>
                  <a:txBody>
                    <a:bodyPr/>
                    <a:lstStyle/>
                    <a:p>
                      <a:r>
                        <a:t>Время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 дня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0,5 дня</a:t>
                      </a:r>
                    </a:p>
                  </a:txBody>
                  <a:tcPr/>
                </a:tc>
              </a:tr>
              <a:tr h="800100">
                <a:tc>
                  <a:txBody>
                    <a:bodyPr/>
                    <a:lstStyle/>
                    <a:p>
                      <a:r>
                        <a:t>Ошибки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3%</a:t>
                      </a:r>
                    </a:p>
                  </a:txBody>
                  <a:tcPr/>
                </a:tc>
              </a:tr>
              <a:tr h="800100">
                <a:tc>
                  <a:txBody>
                    <a:bodyPr/>
                    <a:lstStyle/>
                    <a:p>
                      <a:r>
                        <a:t>Эскалации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B6F15528-21DE-4FAA-801E-634DDDAF4B2B}" type="slidenum">
              <a:rPr lang="ru-RU"/>
              <a:t>‹#›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Диаграмма по кварталам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09600" y="1600200"/>
          <a:ext cx="1097280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B6F15528-21DE-4FAA-801E-634DDDAF4B2B}" type="slidenum">
              <a:rPr lang="ru-RU"/>
              <a:t>‹#›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Фото и подпись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2743200"/>
            <a:ext cx="4876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5A5F6B"/>
                </a:solidFill>
              </a:rPr>
              <a:t>Подпись к фотографии в несколько строк: что на ней и зачем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B6F15528-21DE-4FAA-801E-634DDDAF4B2B}" type="slidenum">
              <a:rPr lang="ru-RU"/>
              <a:t>‹#›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Спасибо!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Контакты: почта, телефон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B6F15528-21DE-4FAA-801E-634DDDAF4B2B}" type="slidenum">
              <a:rPr lang="ru-RU"/>
              <a:t>‹#›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2A44"/>
      </a:dk2>
      <a:lt2>
        <a:srgbClr val="F2EEE6"/>
      </a:lt2>
      <a:accent1>
        <a:srgbClr val="00878A"/>
      </a:accent1>
      <a:accent2>
        <a:srgbClr val="E86A33"/>
      </a:accent2>
      <a:accent3>
        <a:srgbClr val="1F2A44"/>
      </a:accent3>
      <a:accent4>
        <a:srgbClr val="8AA1B1"/>
      </a:accent4>
      <a:accent5>
        <a:srgbClr val="C9B79C"/>
      </a:accent5>
      <a:accent6>
        <a:srgbClr val="5A5F6B"/>
      </a:accent6>
      <a:hlink>
        <a:srgbClr val="0000FF"/>
      </a:hlink>
      <a:folHlink>
        <a:srgbClr val="800080"/>
      </a:folHlink>
    </a:clrScheme>
    <a:fontScheme name="Office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DeckForge synthetic</dc:creator>
  <cp:keywords/>
  <dc:description>generated using python-pptx</dc:description>
  <cp:lastModifiedBy>DeckForge synthetic</cp:lastModifiedBy>
  <cp:revision>1</cp:revision>
  <dcterms:created xsi:type="dcterms:W3CDTF">2026-01-01T12:00:00Z</dcterms:created>
  <dcterms:modified xsi:type="dcterms:W3CDTF">2026-01-01T12:00:00Z</dcterms:modified>
  <cp:category/>
</cp:coreProperties>
</file>