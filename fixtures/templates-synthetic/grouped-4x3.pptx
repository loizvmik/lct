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F2A44"/>
              </a:gs>
              <a:gs pos="100000">
                <a:srgbClr val="00878A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Обложка на градиенте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Подзаголовок шрифтом, которого нет</a:t>
            </a:r>
          </a:p>
        </p:txBody>
      </p:sp>
      <p:sp>
        <p:nvSpPr>
          <p:cNvPr id="5" name="Rectangle 4"/>
          <p:cNvSpPr/>
          <p:nvPr/>
        </p:nvSpPr>
        <p:spPr>
          <a:xfrm rot="900000">
            <a:off x="6858000" y="457200"/>
            <a:ext cx="1828800" cy="365760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ЧЕРНОВИК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Карточки собраны группами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57200" y="1828800"/>
            <a:ext cx="2621280" cy="3657600"/>
            <a:chOff x="457200" y="1828800"/>
            <a:chExt cx="2621280" cy="365760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1828800"/>
              <a:ext cx="2621280" cy="3657600"/>
            </a:xfrm>
            <a:prstGeom prst="roundRect">
              <a:avLst/>
            </a:prstGeom>
            <a:gradFill rotWithShape="1">
              <a:gsLst>
                <a:gs pos="0">
                  <a:srgbClr val="F2EEE6"/>
                </a:gs>
                <a:gs pos="100000">
                  <a:srgbClr val="FFFFFF"/>
                </a:gs>
              </a:gsLst>
              <a:lin scaled="0" ang="5400000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640080" y="2011680"/>
              <a:ext cx="457200" cy="457200"/>
            </a:xfrm>
            <a:prstGeom prst="ellipse">
              <a:avLst/>
            </a:prstGeom>
            <a:solidFill>
              <a:srgbClr val="E86A3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40080" y="2651760"/>
              <a:ext cx="225552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800" b="1">
                  <a:solidFill>
                    <a:srgbClr val="1F2A44"/>
                  </a:solidFill>
                </a:rPr>
                <a:t>Пункт 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40080" y="3200400"/>
              <a:ext cx="2255520" cy="18288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200" b="0">
                  <a:solidFill>
                    <a:srgbClr val="5A5F6B"/>
                  </a:solidFill>
                </a:rPr>
                <a:t>Текст карточки внутри группы, две строки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261360" y="1828800"/>
            <a:ext cx="2621280" cy="3657600"/>
            <a:chOff x="3261360" y="1828800"/>
            <a:chExt cx="2621280" cy="3657600"/>
          </a:xfrm>
        </p:grpSpPr>
        <p:sp>
          <p:nvSpPr>
            <p:cNvPr id="9" name="Rounded Rectangle 8"/>
            <p:cNvSpPr/>
            <p:nvPr/>
          </p:nvSpPr>
          <p:spPr>
            <a:xfrm>
              <a:off x="3261360" y="1828800"/>
              <a:ext cx="2621280" cy="3657600"/>
            </a:xfrm>
            <a:prstGeom prst="roundRect">
              <a:avLst/>
            </a:prstGeom>
            <a:gradFill rotWithShape="1">
              <a:gsLst>
                <a:gs pos="0">
                  <a:srgbClr val="F2EEE6"/>
                </a:gs>
                <a:gs pos="100000">
                  <a:srgbClr val="FFFFFF"/>
                </a:gs>
              </a:gsLst>
              <a:lin scaled="0" ang="5400000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3444240" y="2011680"/>
              <a:ext cx="457200" cy="457200"/>
            </a:xfrm>
            <a:prstGeom prst="ellipse">
              <a:avLst/>
            </a:prstGeom>
            <a:solidFill>
              <a:srgbClr val="E86A3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44240" y="2651760"/>
              <a:ext cx="225552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800" b="1">
                  <a:solidFill>
                    <a:srgbClr val="1F2A44"/>
                  </a:solidFill>
                </a:rPr>
                <a:t>Пункт 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444240" y="3200400"/>
              <a:ext cx="2255520" cy="18288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200" b="0">
                  <a:solidFill>
                    <a:srgbClr val="5A5F6B"/>
                  </a:solidFill>
                </a:rPr>
                <a:t>Текст карточки внутри группы, две строки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065520" y="1828800"/>
            <a:ext cx="2621280" cy="3657600"/>
            <a:chOff x="6065520" y="1828800"/>
            <a:chExt cx="2621280" cy="3657600"/>
          </a:xfrm>
        </p:grpSpPr>
        <p:sp>
          <p:nvSpPr>
            <p:cNvPr id="14" name="Rounded Rectangle 13"/>
            <p:cNvSpPr/>
            <p:nvPr/>
          </p:nvSpPr>
          <p:spPr>
            <a:xfrm>
              <a:off x="6065520" y="1828800"/>
              <a:ext cx="2621280" cy="3657600"/>
            </a:xfrm>
            <a:prstGeom prst="roundRect">
              <a:avLst/>
            </a:prstGeom>
            <a:gradFill rotWithShape="1">
              <a:gsLst>
                <a:gs pos="0">
                  <a:srgbClr val="F2EEE6"/>
                </a:gs>
                <a:gs pos="100000">
                  <a:srgbClr val="FFFFFF"/>
                </a:gs>
              </a:gsLst>
              <a:lin scaled="0" ang="5400000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6248400" y="2011680"/>
              <a:ext cx="457200" cy="457200"/>
            </a:xfrm>
            <a:prstGeom prst="ellipse">
              <a:avLst/>
            </a:prstGeom>
            <a:solidFill>
              <a:srgbClr val="E86A3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248400" y="2651760"/>
              <a:ext cx="225552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800" b="1">
                  <a:solidFill>
                    <a:srgbClr val="1F2A44"/>
                  </a:solidFill>
                </a:rPr>
                <a:t>Пункт 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248400" y="3200400"/>
              <a:ext cx="2255520" cy="18288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200" b="0">
                  <a:solidFill>
                    <a:srgbClr val="5A5F6B"/>
                  </a:solidFill>
                </a:rPr>
                <a:t>Текст карточки внутри группы, две строки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Процесс: шаги и стрелки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017520"/>
            <a:ext cx="1828800" cy="914400"/>
          </a:xfrm>
          <a:prstGeom prst="round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600" b="1">
                <a:solidFill>
                  <a:srgbClr val="FFFFFF"/>
                </a:solidFill>
              </a:rPr>
              <a:t>Шаг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640" y="3017520"/>
            <a:ext cx="1828800" cy="914400"/>
          </a:xfrm>
          <a:prstGeom prst="round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600" b="1">
                <a:solidFill>
                  <a:srgbClr val="FFFFFF"/>
                </a:solidFill>
              </a:rPr>
              <a:t>Шаг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3017520"/>
            <a:ext cx="1828800" cy="914400"/>
          </a:xfrm>
          <a:prstGeom prst="round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600" b="1">
                <a:solidFill>
                  <a:srgbClr val="FFFFFF"/>
                </a:solidFill>
              </a:rPr>
              <a:t>Шаг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3017520"/>
            <a:ext cx="1828800" cy="914400"/>
          </a:xfrm>
          <a:prstGeom prst="round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600" b="1">
                <a:solidFill>
                  <a:srgbClr val="FFFFFF"/>
                </a:solidFill>
              </a:rPr>
              <a:t>Шаг 4</a:t>
            </a:r>
          </a:p>
        </p:txBody>
      </p:sp>
      <p:cxnSp>
        <p:nvCxnSpPr>
          <p:cNvPr id="7" name="Connector 6"/>
          <p:cNvCxnSpPr>
            <a:stCxn id="3" idx="3"/>
            <a:endCxn id="4" idx="1"/>
          </p:cNvCxnSpPr>
          <p:nvPr/>
        </p:nvCxnSpPr>
        <p:spPr>
          <a:xfrm flipV="1">
            <a:off x="2286000" y="3474720"/>
            <a:ext cx="548640" cy="0"/>
          </a:xfrm>
          <a:prstGeom prst="line">
            <a:avLst/>
          </a:prstGeom>
          <a:ln w="2540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stCxn id="4" idx="3"/>
            <a:endCxn id="5" idx="1"/>
          </p:cNvCxnSpPr>
          <p:nvPr/>
        </p:nvCxnSpPr>
        <p:spPr>
          <a:xfrm flipV="1">
            <a:off x="4663440" y="3474720"/>
            <a:ext cx="548640" cy="0"/>
          </a:xfrm>
          <a:prstGeom prst="line">
            <a:avLst/>
          </a:prstGeom>
          <a:ln w="2540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stCxn id="5" idx="3"/>
            <a:endCxn id="6" idx="1"/>
          </p:cNvCxnSpPr>
          <p:nvPr/>
        </p:nvCxnSpPr>
        <p:spPr>
          <a:xfrm flipV="1">
            <a:off x="7040880" y="3474720"/>
            <a:ext cx="548640" cy="0"/>
          </a:xfrm>
          <a:prstGeom prst="line">
            <a:avLst/>
          </a:prstGeom>
          <a:ln w="25400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3" idx="2"/>
            <a:endCxn id="6" idx="2"/>
          </p:cNvCxnSpPr>
          <p:nvPr/>
        </p:nvCxnSpPr>
        <p:spPr>
          <a:xfrm flipV="1">
            <a:off x="1371600" y="3931920"/>
            <a:ext cx="7132320" cy="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Текстовый слайд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Первый тезис</a:t>
            </a:r>
          </a:p>
          <a:p>
            <a:r>
              <a:t>Второй тезис</a:t>
            </a:r>
          </a:p>
          <a:p>
            <a:r>
              <a:t>Третий тезис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gradFill rotWithShape="1">
            <a:gsLst>
              <a:gs pos="0">
                <a:srgbClr val="E86A33"/>
              </a:gs>
              <a:gs pos="100000">
                <a:srgbClr val="1F2A4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Вопросы?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Спасибо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ogus Sans"/>
        <a:ea typeface=""/>
        <a:cs typeface=""/>
      </a:majorFont>
      <a:minorFont>
        <a:latin typeface="Bogus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DeckForge synthetic</dc:creator>
  <cp:keywords/>
  <dc:description>generated using python-pptx</dc:description>
  <cp:lastModifiedBy>DeckForge synthetic</cp:lastModifiedBy>
  <cp:revision>1</cp:revision>
  <dcterms:created xsi:type="dcterms:W3CDTF">2026-01-01T12:00:00Z</dcterms:created>
  <dcterms:modified xsi:type="dcterms:W3CDTF">2026-01-01T12:00:00Z</dcterms:modified>
  <cp:category/>
</cp:coreProperties>
</file>